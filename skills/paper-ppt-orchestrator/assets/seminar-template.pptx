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7" r:id="rId2"/>
    <p:sldId id="631" r:id="rId3"/>
    <p:sldId id="601" r:id="rId4"/>
    <p:sldId id="258" r:id="rId5"/>
    <p:sldId id="264" r:id="rId6"/>
    <p:sldId id="546" r:id="rId7"/>
    <p:sldId id="312" r:id="rId8"/>
    <p:sldId id="422" r:id="rId9"/>
    <p:sldId id="315" r:id="rId10"/>
    <p:sldId id="583" r:id="rId11"/>
    <p:sldId id="343" r:id="rId12"/>
    <p:sldId id="630" r:id="rId13"/>
    <p:sldId id="291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009A46"/>
    <a:srgbClr val="FF0000"/>
    <a:srgbClr val="174994"/>
    <a:srgbClr val="E6AF00"/>
    <a:srgbClr val="194A96"/>
    <a:srgbClr val="3494BA"/>
    <a:srgbClr val="7F7F7F"/>
    <a:srgbClr val="324274"/>
    <a:srgbClr val="01B0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95664" autoAdjust="0"/>
  </p:normalViewPr>
  <p:slideViewPr>
    <p:cSldViewPr snapToGrid="0">
      <p:cViewPr varScale="1">
        <p:scale>
          <a:sx n="116" d="100"/>
          <a:sy n="116" d="100"/>
        </p:scale>
        <p:origin x="806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  <a:pPr/>
              <a:t>2026/7/21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4D3D7-99CD-CE16-1ED2-A87A652F1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9E0F462-C648-46C2-910F-DC12643B8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1A86AF-C595-1E24-75F3-EA9576EA3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https://par.nsf.gov/servlets/purl/10349225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90216A-59B5-E470-7702-3FA13A5D1E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066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CE3FC-3BD8-AF97-5F06-A9D9D1841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764621-2006-D48A-D327-62204D633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2F5AC5-F07C-C4A2-512C-7DFE0CB48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https://par.nsf.gov/servlets/purl/10349225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B39F3A-8197-A885-51F0-D24083BC2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639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A96A-E3B0-5E3C-3C1E-1D871297A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E5664C-55F0-C517-47F3-3D8542841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266E3B-D564-CDBF-5CEF-234C94034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33A185-5497-D99C-6455-4EE80E4233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551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152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784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727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A547E-7549-EDF2-DE97-C47BE4A53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F2B371-EFC3-752D-2F9F-260BCD335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1C1E6F-4AA4-C0F6-AB69-F9DE87767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CB7D4A-F4F1-30B6-A10B-51878E7A2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8982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0583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FB5C-57AD-D417-C12A-5B8C78BF5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ECB56C-FA3F-7614-988B-8FDB961EE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97190B-B3CA-238F-BE54-96C1267F6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EC260F-924E-B8B8-973A-5D8A79F8FF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5754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0AC93B-E018-95AF-8E8C-30FAFC2F1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10522-4534-494A-8A22-5D68305FC39E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0D6E26-5532-A38E-14DE-DDA06D574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4BA683-38CA-D0A9-96F7-7C1C663B2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659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37DE7-C3A1-4C68-B2FD-06364FBE0258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537538-28AC-433E-BF5C-8E03C2FE02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1577" y="136525"/>
            <a:ext cx="1967014" cy="4124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内容无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3680-21F8-4BFB-BBFA-7D8AC7E80914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1D528EF-EA28-4C20-998E-2BE13009E6A5}"/>
              </a:ext>
            </a:extLst>
          </p:cNvPr>
          <p:cNvSpPr/>
          <p:nvPr userDrawn="1"/>
        </p:nvSpPr>
        <p:spPr>
          <a:xfrm>
            <a:off x="4642449" y="1975449"/>
            <a:ext cx="2907102" cy="2907102"/>
          </a:xfrm>
          <a:prstGeom prst="rect">
            <a:avLst/>
          </a:prstGeom>
          <a:blipFill dpi="0" rotWithShape="1">
            <a:blip r:embed="rId2">
              <a:alphaModFix amt="1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6454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1C7FB-8312-495C-986C-31DB16C1507B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7" r:id="rId3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H_Other_8"/>
          <p:cNvPicPr/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5400000" flipH="1">
            <a:off x="6024000" y="-3032194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MH_Other_8"/>
          <p:cNvPicPr/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16200000" flipH="1" flipV="1">
            <a:off x="6024001" y="-127232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2204967"/>
            <a:ext cx="12192000" cy="2861362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0" y="2994682"/>
            <a:ext cx="12192000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zh-CN" b="1" dirty="0">
                <a:solidFill>
                  <a:schemeClr val="bg1"/>
                </a:solidFill>
              </a:rPr>
              <a:t>{{TITLE_CN}}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" y="3871662"/>
            <a:ext cx="12191998" cy="400085"/>
          </a:xfrm>
          <a:prstGeom prst="rect">
            <a:avLst/>
          </a:prstGeom>
          <a:noFill/>
        </p:spPr>
        <p:txBody>
          <a:bodyPr wrap="square" lIns="91416" tIns="45708" rIns="91416" bIns="45708" rtlCol="0">
            <a:norm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zh-CN" b="1" dirty="0"/>
              <a:t>{{TITLE_EN}}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82973" y="652725"/>
            <a:ext cx="4226054" cy="886197"/>
          </a:xfrm>
          <a:prstGeom prst="rect">
            <a:avLst/>
          </a:prstGeom>
        </p:spPr>
      </p:pic>
      <p:sp>
        <p:nvSpPr>
          <p:cNvPr id="13" name="TextBox 6"/>
          <p:cNvSpPr txBox="1"/>
          <p:nvPr/>
        </p:nvSpPr>
        <p:spPr>
          <a:xfrm>
            <a:off x="3489371" y="5682051"/>
            <a:ext cx="1979981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报告人</a:t>
            </a:r>
            <a:r>
              <a:rPr lang="zh-CN" altLang="en-US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：程逸飞</a:t>
            </a:r>
            <a:endParaRPr lang="en-US" altLang="zh-CN" sz="1800" b="1" dirty="0">
              <a:solidFill>
                <a:srgbClr val="194A96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Freeform 7"/>
          <p:cNvSpPr>
            <a:spLocks noChangeAspect="1" noEditPoints="1"/>
          </p:cNvSpPr>
          <p:nvPr/>
        </p:nvSpPr>
        <p:spPr bwMode="auto">
          <a:xfrm>
            <a:off x="2923401" y="5648971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194A96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5A1F5B3-1A5A-C2CA-639E-9427BAD70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8537B7A-7510-410A-AA53-45D600DA0276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1</a:t>
            </a:fld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01D4BDDC-700F-4565-BAE3-3DB648527FD7}"/>
              </a:ext>
            </a:extLst>
          </p:cNvPr>
          <p:cNvSpPr txBox="1"/>
          <p:nvPr/>
        </p:nvSpPr>
        <p:spPr>
          <a:xfrm>
            <a:off x="7288948" y="5682051"/>
            <a:ext cx="2311803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指导老师</a:t>
            </a:r>
            <a:r>
              <a:rPr lang="zh-CN" altLang="en-US" sz="2000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：朱宇佳 </a:t>
            </a:r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154C98D5-A91E-45D0-A03B-F58C5231726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722649" y="5648970"/>
            <a:ext cx="464288" cy="466246"/>
          </a:xfrm>
          <a:custGeom>
            <a:avLst/>
            <a:gdLst>
              <a:gd name="T0" fmla="*/ 422 w 422"/>
              <a:gd name="T1" fmla="*/ 211 h 422"/>
              <a:gd name="T2" fmla="*/ 0 w 422"/>
              <a:gd name="T3" fmla="*/ 211 h 422"/>
              <a:gd name="T4" fmla="*/ 340 w 422"/>
              <a:gd name="T5" fmla="*/ 117 h 422"/>
              <a:gd name="T6" fmla="*/ 345 w 422"/>
              <a:gd name="T7" fmla="*/ 123 h 422"/>
              <a:gd name="T8" fmla="*/ 344 w 422"/>
              <a:gd name="T9" fmla="*/ 226 h 422"/>
              <a:gd name="T10" fmla="*/ 340 w 422"/>
              <a:gd name="T11" fmla="*/ 227 h 422"/>
              <a:gd name="T12" fmla="*/ 217 w 422"/>
              <a:gd name="T13" fmla="*/ 226 h 422"/>
              <a:gd name="T14" fmla="*/ 215 w 422"/>
              <a:gd name="T15" fmla="*/ 222 h 422"/>
              <a:gd name="T16" fmla="*/ 286 w 422"/>
              <a:gd name="T17" fmla="*/ 164 h 422"/>
              <a:gd name="T18" fmla="*/ 215 w 422"/>
              <a:gd name="T19" fmla="*/ 171 h 422"/>
              <a:gd name="T20" fmla="*/ 217 w 422"/>
              <a:gd name="T21" fmla="*/ 119 h 422"/>
              <a:gd name="T22" fmla="*/ 220 w 422"/>
              <a:gd name="T23" fmla="*/ 117 h 422"/>
              <a:gd name="T24" fmla="*/ 220 w 422"/>
              <a:gd name="T25" fmla="*/ 96 h 422"/>
              <a:gd name="T26" fmla="*/ 202 w 422"/>
              <a:gd name="T27" fmla="*/ 104 h 422"/>
              <a:gd name="T28" fmla="*/ 194 w 422"/>
              <a:gd name="T29" fmla="*/ 174 h 422"/>
              <a:gd name="T30" fmla="*/ 186 w 422"/>
              <a:gd name="T31" fmla="*/ 166 h 422"/>
              <a:gd name="T32" fmla="*/ 137 w 422"/>
              <a:gd name="T33" fmla="*/ 151 h 422"/>
              <a:gd name="T34" fmla="*/ 54 w 422"/>
              <a:gd name="T35" fmla="*/ 173 h 422"/>
              <a:gd name="T36" fmla="*/ 77 w 422"/>
              <a:gd name="T37" fmla="*/ 243 h 422"/>
              <a:gd name="T38" fmla="*/ 81 w 422"/>
              <a:gd name="T39" fmla="*/ 192 h 422"/>
              <a:gd name="T40" fmla="*/ 81 w 422"/>
              <a:gd name="T41" fmla="*/ 256 h 422"/>
              <a:gd name="T42" fmla="*/ 106 w 422"/>
              <a:gd name="T43" fmla="*/ 350 h 422"/>
              <a:gd name="T44" fmla="*/ 112 w 422"/>
              <a:gd name="T45" fmla="*/ 272 h 422"/>
              <a:gd name="T46" fmla="*/ 137 w 422"/>
              <a:gd name="T47" fmla="*/ 350 h 422"/>
              <a:gd name="T48" fmla="*/ 137 w 422"/>
              <a:gd name="T49" fmla="*/ 256 h 422"/>
              <a:gd name="T50" fmla="*/ 137 w 422"/>
              <a:gd name="T51" fmla="*/ 192 h 422"/>
              <a:gd name="T52" fmla="*/ 162 w 422"/>
              <a:gd name="T53" fmla="*/ 192 h 422"/>
              <a:gd name="T54" fmla="*/ 186 w 422"/>
              <a:gd name="T55" fmla="*/ 185 h 422"/>
              <a:gd name="T56" fmla="*/ 194 w 422"/>
              <a:gd name="T57" fmla="*/ 222 h 422"/>
              <a:gd name="T58" fmla="*/ 202 w 422"/>
              <a:gd name="T59" fmla="*/ 240 h 422"/>
              <a:gd name="T60" fmla="*/ 220 w 422"/>
              <a:gd name="T61" fmla="*/ 248 h 422"/>
              <a:gd name="T62" fmla="*/ 359 w 422"/>
              <a:gd name="T63" fmla="*/ 240 h 422"/>
              <a:gd name="T64" fmla="*/ 366 w 422"/>
              <a:gd name="T65" fmla="*/ 222 h 422"/>
              <a:gd name="T66" fmla="*/ 359 w 422"/>
              <a:gd name="T67" fmla="*/ 104 h 422"/>
              <a:gd name="T68" fmla="*/ 220 w 422"/>
              <a:gd name="T69" fmla="*/ 96 h 422"/>
              <a:gd name="T70" fmla="*/ 344 w 422"/>
              <a:gd name="T71" fmla="*/ 277 h 422"/>
              <a:gd name="T72" fmla="*/ 346 w 422"/>
              <a:gd name="T73" fmla="*/ 351 h 422"/>
              <a:gd name="T74" fmla="*/ 298 w 422"/>
              <a:gd name="T75" fmla="*/ 277 h 422"/>
              <a:gd name="T76" fmla="*/ 250 w 422"/>
              <a:gd name="T77" fmla="*/ 351 h 422"/>
              <a:gd name="T78" fmla="*/ 244 w 422"/>
              <a:gd name="T79" fmla="*/ 277 h 422"/>
              <a:gd name="T80" fmla="*/ 221 w 422"/>
              <a:gd name="T81" fmla="*/ 254 h 422"/>
              <a:gd name="T82" fmla="*/ 109 w 422"/>
              <a:gd name="T83" fmla="*/ 75 h 422"/>
              <a:gd name="T84" fmla="*/ 109 w 422"/>
              <a:gd name="T85" fmla="*/ 146 h 422"/>
              <a:gd name="T86" fmla="*/ 109 w 422"/>
              <a:gd name="T87" fmla="*/ 75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22" h="422">
                <a:moveTo>
                  <a:pt x="211" y="0"/>
                </a:moveTo>
                <a:cubicBezTo>
                  <a:pt x="327" y="0"/>
                  <a:pt x="422" y="94"/>
                  <a:pt x="422" y="211"/>
                </a:cubicBezTo>
                <a:cubicBezTo>
                  <a:pt x="422" y="327"/>
                  <a:pt x="327" y="422"/>
                  <a:pt x="211" y="422"/>
                </a:cubicBezTo>
                <a:cubicBezTo>
                  <a:pt x="94" y="422"/>
                  <a:pt x="0" y="327"/>
                  <a:pt x="0" y="211"/>
                </a:cubicBezTo>
                <a:cubicBezTo>
                  <a:pt x="0" y="94"/>
                  <a:pt x="94" y="0"/>
                  <a:pt x="211" y="0"/>
                </a:cubicBezTo>
                <a:close/>
                <a:moveTo>
                  <a:pt x="340" y="117"/>
                </a:moveTo>
                <a:cubicBezTo>
                  <a:pt x="341" y="117"/>
                  <a:pt x="343" y="118"/>
                  <a:pt x="344" y="119"/>
                </a:cubicBezTo>
                <a:cubicBezTo>
                  <a:pt x="345" y="120"/>
                  <a:pt x="345" y="121"/>
                  <a:pt x="345" y="123"/>
                </a:cubicBezTo>
                <a:lnTo>
                  <a:pt x="345" y="222"/>
                </a:lnTo>
                <a:cubicBezTo>
                  <a:pt x="345" y="223"/>
                  <a:pt x="345" y="225"/>
                  <a:pt x="344" y="226"/>
                </a:cubicBezTo>
                <a:lnTo>
                  <a:pt x="344" y="226"/>
                </a:lnTo>
                <a:cubicBezTo>
                  <a:pt x="343" y="227"/>
                  <a:pt x="341" y="227"/>
                  <a:pt x="340" y="227"/>
                </a:cubicBezTo>
                <a:lnTo>
                  <a:pt x="220" y="227"/>
                </a:lnTo>
                <a:cubicBezTo>
                  <a:pt x="219" y="227"/>
                  <a:pt x="218" y="227"/>
                  <a:pt x="217" y="226"/>
                </a:cubicBezTo>
                <a:lnTo>
                  <a:pt x="217" y="226"/>
                </a:lnTo>
                <a:cubicBezTo>
                  <a:pt x="216" y="225"/>
                  <a:pt x="215" y="223"/>
                  <a:pt x="215" y="222"/>
                </a:cubicBezTo>
                <a:lnTo>
                  <a:pt x="215" y="179"/>
                </a:lnTo>
                <a:lnTo>
                  <a:pt x="286" y="164"/>
                </a:lnTo>
                <a:lnTo>
                  <a:pt x="286" y="162"/>
                </a:lnTo>
                <a:lnTo>
                  <a:pt x="215" y="171"/>
                </a:lnTo>
                <a:lnTo>
                  <a:pt x="215" y="123"/>
                </a:lnTo>
                <a:cubicBezTo>
                  <a:pt x="215" y="121"/>
                  <a:pt x="216" y="120"/>
                  <a:pt x="217" y="119"/>
                </a:cubicBezTo>
                <a:lnTo>
                  <a:pt x="217" y="119"/>
                </a:lnTo>
                <a:cubicBezTo>
                  <a:pt x="218" y="118"/>
                  <a:pt x="219" y="117"/>
                  <a:pt x="220" y="117"/>
                </a:cubicBezTo>
                <a:lnTo>
                  <a:pt x="340" y="117"/>
                </a:lnTo>
                <a:close/>
                <a:moveTo>
                  <a:pt x="220" y="96"/>
                </a:moveTo>
                <a:cubicBezTo>
                  <a:pt x="213" y="96"/>
                  <a:pt x="206" y="99"/>
                  <a:pt x="202" y="104"/>
                </a:cubicBezTo>
                <a:lnTo>
                  <a:pt x="202" y="104"/>
                </a:lnTo>
                <a:cubicBezTo>
                  <a:pt x="197" y="109"/>
                  <a:pt x="194" y="115"/>
                  <a:pt x="194" y="123"/>
                </a:cubicBezTo>
                <a:lnTo>
                  <a:pt x="194" y="174"/>
                </a:lnTo>
                <a:lnTo>
                  <a:pt x="186" y="175"/>
                </a:lnTo>
                <a:lnTo>
                  <a:pt x="186" y="166"/>
                </a:lnTo>
                <a:lnTo>
                  <a:pt x="162" y="166"/>
                </a:lnTo>
                <a:lnTo>
                  <a:pt x="137" y="151"/>
                </a:lnTo>
                <a:lnTo>
                  <a:pt x="77" y="151"/>
                </a:lnTo>
                <a:cubicBezTo>
                  <a:pt x="64" y="151"/>
                  <a:pt x="54" y="161"/>
                  <a:pt x="54" y="173"/>
                </a:cubicBezTo>
                <a:lnTo>
                  <a:pt x="54" y="243"/>
                </a:lnTo>
                <a:lnTo>
                  <a:pt x="77" y="243"/>
                </a:lnTo>
                <a:lnTo>
                  <a:pt x="77" y="192"/>
                </a:lnTo>
                <a:lnTo>
                  <a:pt x="81" y="192"/>
                </a:lnTo>
                <a:lnTo>
                  <a:pt x="81" y="243"/>
                </a:lnTo>
                <a:lnTo>
                  <a:pt x="81" y="256"/>
                </a:lnTo>
                <a:lnTo>
                  <a:pt x="81" y="350"/>
                </a:lnTo>
                <a:lnTo>
                  <a:pt x="106" y="350"/>
                </a:lnTo>
                <a:lnTo>
                  <a:pt x="106" y="272"/>
                </a:lnTo>
                <a:lnTo>
                  <a:pt x="112" y="272"/>
                </a:lnTo>
                <a:lnTo>
                  <a:pt x="112" y="350"/>
                </a:lnTo>
                <a:lnTo>
                  <a:pt x="137" y="350"/>
                </a:lnTo>
                <a:lnTo>
                  <a:pt x="137" y="336"/>
                </a:lnTo>
                <a:lnTo>
                  <a:pt x="137" y="256"/>
                </a:lnTo>
                <a:lnTo>
                  <a:pt x="137" y="243"/>
                </a:lnTo>
                <a:lnTo>
                  <a:pt x="137" y="192"/>
                </a:lnTo>
                <a:lnTo>
                  <a:pt x="137" y="177"/>
                </a:lnTo>
                <a:lnTo>
                  <a:pt x="162" y="192"/>
                </a:lnTo>
                <a:lnTo>
                  <a:pt x="186" y="192"/>
                </a:lnTo>
                <a:lnTo>
                  <a:pt x="186" y="185"/>
                </a:lnTo>
                <a:lnTo>
                  <a:pt x="194" y="184"/>
                </a:lnTo>
                <a:lnTo>
                  <a:pt x="194" y="222"/>
                </a:lnTo>
                <a:cubicBezTo>
                  <a:pt x="194" y="229"/>
                  <a:pt x="197" y="236"/>
                  <a:pt x="202" y="240"/>
                </a:cubicBezTo>
                <a:lnTo>
                  <a:pt x="202" y="240"/>
                </a:lnTo>
                <a:lnTo>
                  <a:pt x="202" y="241"/>
                </a:lnTo>
                <a:cubicBezTo>
                  <a:pt x="207" y="245"/>
                  <a:pt x="213" y="248"/>
                  <a:pt x="220" y="248"/>
                </a:cubicBezTo>
                <a:lnTo>
                  <a:pt x="340" y="248"/>
                </a:lnTo>
                <a:cubicBezTo>
                  <a:pt x="347" y="248"/>
                  <a:pt x="354" y="245"/>
                  <a:pt x="359" y="240"/>
                </a:cubicBezTo>
                <a:lnTo>
                  <a:pt x="359" y="241"/>
                </a:lnTo>
                <a:cubicBezTo>
                  <a:pt x="363" y="236"/>
                  <a:pt x="366" y="229"/>
                  <a:pt x="366" y="222"/>
                </a:cubicBezTo>
                <a:lnTo>
                  <a:pt x="366" y="123"/>
                </a:lnTo>
                <a:cubicBezTo>
                  <a:pt x="366" y="115"/>
                  <a:pt x="363" y="109"/>
                  <a:pt x="359" y="104"/>
                </a:cubicBezTo>
                <a:cubicBezTo>
                  <a:pt x="354" y="99"/>
                  <a:pt x="347" y="96"/>
                  <a:pt x="340" y="96"/>
                </a:cubicBezTo>
                <a:lnTo>
                  <a:pt x="220" y="96"/>
                </a:lnTo>
                <a:close/>
                <a:moveTo>
                  <a:pt x="344" y="254"/>
                </a:moveTo>
                <a:lnTo>
                  <a:pt x="344" y="277"/>
                </a:lnTo>
                <a:lnTo>
                  <a:pt x="325" y="277"/>
                </a:lnTo>
                <a:lnTo>
                  <a:pt x="346" y="351"/>
                </a:lnTo>
                <a:lnTo>
                  <a:pt x="319" y="351"/>
                </a:lnTo>
                <a:lnTo>
                  <a:pt x="298" y="277"/>
                </a:lnTo>
                <a:lnTo>
                  <a:pt x="271" y="277"/>
                </a:lnTo>
                <a:lnTo>
                  <a:pt x="250" y="351"/>
                </a:lnTo>
                <a:lnTo>
                  <a:pt x="223" y="351"/>
                </a:lnTo>
                <a:lnTo>
                  <a:pt x="244" y="277"/>
                </a:lnTo>
                <a:lnTo>
                  <a:pt x="221" y="277"/>
                </a:lnTo>
                <a:lnTo>
                  <a:pt x="221" y="254"/>
                </a:lnTo>
                <a:lnTo>
                  <a:pt x="344" y="254"/>
                </a:lnTo>
                <a:close/>
                <a:moveTo>
                  <a:pt x="109" y="75"/>
                </a:moveTo>
                <a:cubicBezTo>
                  <a:pt x="129" y="75"/>
                  <a:pt x="145" y="91"/>
                  <a:pt x="145" y="111"/>
                </a:cubicBezTo>
                <a:cubicBezTo>
                  <a:pt x="145" y="130"/>
                  <a:pt x="129" y="146"/>
                  <a:pt x="109" y="146"/>
                </a:cubicBezTo>
                <a:cubicBezTo>
                  <a:pt x="90" y="146"/>
                  <a:pt x="74" y="130"/>
                  <a:pt x="74" y="111"/>
                </a:cubicBezTo>
                <a:cubicBezTo>
                  <a:pt x="74" y="91"/>
                  <a:pt x="90" y="75"/>
                  <a:pt x="109" y="75"/>
                </a:cubicBezTo>
                <a:close/>
              </a:path>
            </a:pathLst>
          </a:custGeom>
          <a:solidFill>
            <a:srgbClr val="194A96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 sz="280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2231C-7259-72B8-1D25-320B13167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D651C94-1B91-7235-E80C-7827BB84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2</a:t>
            </a:fld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B509A64-B1AF-1F29-0133-99A531702459}"/>
              </a:ext>
            </a:extLst>
          </p:cNvPr>
          <p:cNvSpPr txBox="1"/>
          <p:nvPr/>
        </p:nvSpPr>
        <p:spPr>
          <a:xfrm>
            <a:off x="606638" y="678525"/>
            <a:ext cx="11196038" cy="562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论文：</a:t>
            </a:r>
            <a:r>
              <a:rPr lang="zh-CN" altLang="zh-CN" sz="1600" b="1" dirty="0"/>
              <a:t>{{TITLE_EN}}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AAFF98-55A4-ECA2-22E4-CAD8B91156E6}"/>
              </a:ext>
            </a:extLst>
          </p:cNvPr>
          <p:cNvSpPr txBox="1"/>
          <p:nvPr/>
        </p:nvSpPr>
        <p:spPr>
          <a:xfrm>
            <a:off x="606638" y="1817254"/>
            <a:ext cx="11196038" cy="562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作者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A1BB68-8A48-FD23-C5AF-B7DB627B9201}"/>
              </a:ext>
            </a:extLst>
          </p:cNvPr>
          <p:cNvSpPr txBox="1"/>
          <p:nvPr/>
        </p:nvSpPr>
        <p:spPr>
          <a:xfrm>
            <a:off x="606638" y="2740752"/>
            <a:ext cx="11196038" cy="562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来源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{{Source Year}}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DCA5B1-AAD2-2F77-32BA-7CBFFD36DFA7}"/>
              </a:ext>
            </a:extLst>
          </p:cNvPr>
          <p:cNvSpPr txBox="1"/>
          <p:nvPr/>
        </p:nvSpPr>
        <p:spPr>
          <a:xfrm>
            <a:off x="606638" y="3383083"/>
            <a:ext cx="10747162" cy="321561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本文贡献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{{Contributions}}	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CE9FEA3-65D6-A098-A012-777BF1785EF3}"/>
              </a:ext>
            </a:extLst>
          </p:cNvPr>
          <p:cNvSpPr/>
          <p:nvPr/>
        </p:nvSpPr>
        <p:spPr>
          <a:xfrm>
            <a:off x="2053988" y="1573157"/>
            <a:ext cx="9465958" cy="10875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{{</a:t>
            </a:r>
            <a:r>
              <a:rPr lang="en-US" altLang="zh-CN" dirty="0" err="1">
                <a:solidFill>
                  <a:schemeClr val="tx1"/>
                </a:solidFill>
              </a:rPr>
              <a:t>IMG_author</a:t>
            </a:r>
            <a:r>
              <a:rPr lang="en-US" altLang="zh-CN" dirty="0">
                <a:solidFill>
                  <a:schemeClr val="tx1"/>
                </a:solidFill>
              </a:rPr>
              <a:t>}}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618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0680A-3101-A2DC-B005-468B4FC0F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34409CA-D5BF-8D76-F459-F4E30BD1F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3</a:t>
            </a:fld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0464E0A-AE61-CFCD-97D9-A8D4783A06E4}"/>
              </a:ext>
            </a:extLst>
          </p:cNvPr>
          <p:cNvSpPr txBox="1"/>
          <p:nvPr/>
        </p:nvSpPr>
        <p:spPr>
          <a:xfrm>
            <a:off x="606638" y="678525"/>
            <a:ext cx="11196038" cy="562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一页纸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E249FE-E041-93DD-15DE-8E80C2D46808}"/>
              </a:ext>
            </a:extLst>
          </p:cNvPr>
          <p:cNvSpPr/>
          <p:nvPr/>
        </p:nvSpPr>
        <p:spPr>
          <a:xfrm>
            <a:off x="2388358" y="300251"/>
            <a:ext cx="7403911" cy="63598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{{</a:t>
            </a:r>
            <a:r>
              <a:rPr lang="en-US" altLang="zh-CN" dirty="0" err="1">
                <a:solidFill>
                  <a:schemeClr val="tx1"/>
                </a:solidFill>
              </a:rPr>
              <a:t>IMG_YY_one_page</a:t>
            </a:r>
            <a:r>
              <a:rPr lang="en-US" altLang="zh-CN" dirty="0">
                <a:solidFill>
                  <a:schemeClr val="tx1"/>
                </a:solidFill>
              </a:rPr>
              <a:t>}}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119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>
          <a:xfrm>
            <a:off x="-1791046" y="1892300"/>
            <a:ext cx="5651845" cy="3073400"/>
          </a:xfrm>
          <a:prstGeom prst="roundRect">
            <a:avLst>
              <a:gd name="adj" fmla="val 50000"/>
            </a:avLst>
          </a:prstGeom>
          <a:solidFill>
            <a:srgbClr val="194A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-1556426" y="1998319"/>
            <a:ext cx="5261917" cy="2861362"/>
          </a:xfrm>
          <a:prstGeom prst="roundRect">
            <a:avLst>
              <a:gd name="adj" fmla="val 50000"/>
            </a:avLst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40835" y="6273633"/>
            <a:ext cx="1710330" cy="358653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5966208" y="170974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01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966208" y="267767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02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966208" y="364559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03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966208" y="461352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04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7071108" y="1709747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基本概念与问题背景</a:t>
            </a:r>
          </a:p>
        </p:txBody>
      </p:sp>
      <p:sp>
        <p:nvSpPr>
          <p:cNvPr id="61" name="圆角矩形 60"/>
          <p:cNvSpPr/>
          <p:nvPr/>
        </p:nvSpPr>
        <p:spPr>
          <a:xfrm>
            <a:off x="7071108" y="2729108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62" name="圆角矩形 61"/>
          <p:cNvSpPr/>
          <p:nvPr/>
        </p:nvSpPr>
        <p:spPr>
          <a:xfrm>
            <a:off x="7071108" y="3681061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64" name="TextBox 78"/>
          <p:cNvSpPr txBox="1"/>
          <p:nvPr/>
        </p:nvSpPr>
        <p:spPr>
          <a:xfrm>
            <a:off x="548983" y="3733289"/>
            <a:ext cx="2097370" cy="5024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6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665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5" name="TextBox 79"/>
          <p:cNvSpPr txBox="1"/>
          <p:nvPr/>
        </p:nvSpPr>
        <p:spPr>
          <a:xfrm>
            <a:off x="641317" y="2677173"/>
            <a:ext cx="1912703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865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A94A1A0-1D9D-0B80-A3C7-4351AF9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4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圆角矩形 61">
            <a:extLst>
              <a:ext uri="{FF2B5EF4-FFF2-40B4-BE49-F238E27FC236}">
                <a16:creationId xmlns:a16="http://schemas.microsoft.com/office/drawing/2014/main" id="{E90A9E7D-EEF1-4A81-A7F9-84BD13A0E7C5}"/>
              </a:ext>
            </a:extLst>
          </p:cNvPr>
          <p:cNvSpPr/>
          <p:nvPr/>
        </p:nvSpPr>
        <p:spPr>
          <a:xfrm>
            <a:off x="7106473" y="4602446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总结反思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6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194A96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575664" y="3502819"/>
            <a:ext cx="1040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Part.1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基本概念与问题背景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48100" y="1047774"/>
            <a:ext cx="4495800" cy="948654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63FB0C-A8B6-1C3E-D131-63B9D542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5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18F14-92E8-0705-AB5A-678146A26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C2E714AB-31D3-6295-4BDB-BCD35AC2CAC9}"/>
              </a:ext>
            </a:extLst>
          </p:cNvPr>
          <p:cNvSpPr/>
          <p:nvPr/>
        </p:nvSpPr>
        <p:spPr>
          <a:xfrm>
            <a:off x="374669" y="1016420"/>
            <a:ext cx="9895727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{{</a:t>
            </a:r>
            <a:r>
              <a:rPr lang="en-US" altLang="zh-CN" b="1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sub_title_en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}}</a:t>
            </a:r>
          </a:p>
        </p:txBody>
      </p:sp>
      <p:sp>
        <p:nvSpPr>
          <p:cNvPr id="19" name="矩形 4">
            <a:extLst>
              <a:ext uri="{FF2B5EF4-FFF2-40B4-BE49-F238E27FC236}">
                <a16:creationId xmlns:a16="http://schemas.microsoft.com/office/drawing/2014/main" id="{089A9397-C32C-F063-4D7A-04C7F347F201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8525DE-392F-D024-AAAB-323BFCD6AA12}"/>
              </a:ext>
            </a:extLst>
          </p:cNvPr>
          <p:cNvSpPr/>
          <p:nvPr/>
        </p:nvSpPr>
        <p:spPr>
          <a:xfrm>
            <a:off x="3231850" y="0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B6D9E27E-BE27-4E78-5242-9E9718E74D85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1972327E-4B32-ED59-6815-280B46C0D2C0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EEC9DD3A-51C3-52A0-F8D5-4B40EA8DEC93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92D79763-2B2D-931C-558B-C312955F8021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2B2AFBD-1D1F-AE8A-B1FC-4B9BE0911F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79DF2D-7727-F948-B674-9667E869FA14}"/>
              </a:ext>
            </a:extLst>
          </p:cNvPr>
          <p:cNvSpPr/>
          <p:nvPr/>
        </p:nvSpPr>
        <p:spPr>
          <a:xfrm>
            <a:off x="374668" y="1470294"/>
            <a:ext cx="11680697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{{</a:t>
            </a: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something_en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}}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AA928ED1-6272-9964-6FBC-E4110E5C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8537B7A-7510-410A-AA53-45D600DA0276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6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8F2461-FD2D-8746-531B-361C1E0C0A6B}"/>
              </a:ext>
            </a:extLst>
          </p:cNvPr>
          <p:cNvSpPr/>
          <p:nvPr/>
        </p:nvSpPr>
        <p:spPr>
          <a:xfrm>
            <a:off x="2817125" y="3934835"/>
            <a:ext cx="6557749" cy="26954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{{</a:t>
            </a:r>
            <a:r>
              <a:rPr lang="en-US" altLang="zh-CN" dirty="0" err="1">
                <a:solidFill>
                  <a:schemeClr val="tx1"/>
                </a:solidFill>
              </a:rPr>
              <a:t>IMG_padding</a:t>
            </a:r>
            <a:r>
              <a:rPr lang="en-US" altLang="zh-CN" dirty="0">
                <a:solidFill>
                  <a:schemeClr val="tx1"/>
                </a:solidFill>
              </a:rPr>
              <a:t>}}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198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6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194A96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48100" y="1047774"/>
            <a:ext cx="4495800" cy="948654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63FB0C-A8B6-1C3E-D131-63B9D542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A5382CF-3CBA-4778-8B77-3387123A519C}"/>
              </a:ext>
            </a:extLst>
          </p:cNvPr>
          <p:cNvSpPr txBox="1"/>
          <p:nvPr/>
        </p:nvSpPr>
        <p:spPr>
          <a:xfrm>
            <a:off x="5575664" y="3502819"/>
            <a:ext cx="1040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Part.2</a:t>
            </a:r>
          </a:p>
        </p:txBody>
      </p:sp>
    </p:spTree>
    <p:extLst>
      <p:ext uri="{BB962C8B-B14F-4D97-AF65-F5344CB8AC3E}">
        <p14:creationId xmlns:p14="http://schemas.microsoft.com/office/powerpoint/2010/main" val="3542733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4">
            <a:extLst>
              <a:ext uri="{FF2B5EF4-FFF2-40B4-BE49-F238E27FC236}">
                <a16:creationId xmlns:a16="http://schemas.microsoft.com/office/drawing/2014/main" id="{775CC573-189A-4E49-924C-2DC777AD8E17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24F86829-E13F-4B75-BE00-4B10A1F35ADC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B9F24EC9-000A-4403-9A8D-5437DFB45B31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273FC7F-B9F5-46F2-AD02-F421E20480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88" name="矩形 87">
            <a:extLst>
              <a:ext uri="{FF2B5EF4-FFF2-40B4-BE49-F238E27FC236}">
                <a16:creationId xmlns:a16="http://schemas.microsoft.com/office/drawing/2014/main" id="{03292A43-D7B3-6868-E9D0-3D0DD481BD04}"/>
              </a:ext>
            </a:extLst>
          </p:cNvPr>
          <p:cNvSpPr/>
          <p:nvPr/>
        </p:nvSpPr>
        <p:spPr>
          <a:xfrm>
            <a:off x="5373338" y="-4281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7">
            <a:extLst>
              <a:ext uri="{FF2B5EF4-FFF2-40B4-BE49-F238E27FC236}">
                <a16:creationId xmlns:a16="http://schemas.microsoft.com/office/drawing/2014/main" id="{ADD74DCB-40C1-A872-7279-3FEB9293BC3C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90" name="TextBox 6">
            <a:extLst>
              <a:ext uri="{FF2B5EF4-FFF2-40B4-BE49-F238E27FC236}">
                <a16:creationId xmlns:a16="http://schemas.microsoft.com/office/drawing/2014/main" id="{F2C8075F-4F8E-B003-6D00-33F0ADD4A752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93" name="灯片编号占位符 3">
            <a:extLst>
              <a:ext uri="{FF2B5EF4-FFF2-40B4-BE49-F238E27FC236}">
                <a16:creationId xmlns:a16="http://schemas.microsoft.com/office/drawing/2014/main" id="{CB4686A0-DF7A-9EE9-7917-0B6CD7CEC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8537B7A-7510-410A-AA53-45D600DA0276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8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6710B2-22DB-714E-BBB1-003152E8ECA5}"/>
              </a:ext>
            </a:extLst>
          </p:cNvPr>
          <p:cNvSpPr/>
          <p:nvPr/>
        </p:nvSpPr>
        <p:spPr>
          <a:xfrm>
            <a:off x="374669" y="1016420"/>
            <a:ext cx="9895727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{{</a:t>
            </a:r>
            <a:r>
              <a:rPr lang="en-US" altLang="zh-CN" b="1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sub_title_en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}}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10343B-08AE-8A7F-3483-A99CE6AF25E6}"/>
              </a:ext>
            </a:extLst>
          </p:cNvPr>
          <p:cNvSpPr/>
          <p:nvPr/>
        </p:nvSpPr>
        <p:spPr>
          <a:xfrm>
            <a:off x="374668" y="1470294"/>
            <a:ext cx="11680697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{{</a:t>
            </a: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something_en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}}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59A3E8-D585-ADE7-92D0-EA7273AB4EFE}"/>
              </a:ext>
            </a:extLst>
          </p:cNvPr>
          <p:cNvSpPr/>
          <p:nvPr/>
        </p:nvSpPr>
        <p:spPr>
          <a:xfrm>
            <a:off x="2817125" y="3934835"/>
            <a:ext cx="6557749" cy="26954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{{</a:t>
            </a:r>
            <a:r>
              <a:rPr lang="en-US" altLang="zh-CN" dirty="0" err="1">
                <a:solidFill>
                  <a:schemeClr val="tx1"/>
                </a:solidFill>
              </a:rPr>
              <a:t>IMG_padding</a:t>
            </a:r>
            <a:r>
              <a:rPr lang="en-US" altLang="zh-CN" dirty="0">
                <a:solidFill>
                  <a:schemeClr val="tx1"/>
                </a:solidFill>
              </a:rPr>
              <a:t>}}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629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6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194A96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48100" y="1047774"/>
            <a:ext cx="4495800" cy="948654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63FB0C-A8B6-1C3E-D131-63B9D542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9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3A24D29-1D3B-44A8-A668-3BDDDE9CB1B9}"/>
              </a:ext>
            </a:extLst>
          </p:cNvPr>
          <p:cNvSpPr txBox="1"/>
          <p:nvPr/>
        </p:nvSpPr>
        <p:spPr>
          <a:xfrm>
            <a:off x="5575664" y="3502819"/>
            <a:ext cx="1040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Part.3</a:t>
            </a:r>
          </a:p>
        </p:txBody>
      </p:sp>
    </p:spTree>
    <p:extLst>
      <p:ext uri="{BB962C8B-B14F-4D97-AF65-F5344CB8AC3E}">
        <p14:creationId xmlns:p14="http://schemas.microsoft.com/office/powerpoint/2010/main" val="2209516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6FD2-825D-DF8F-3260-9149CB47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灯片编号占位符 56">
            <a:extLst>
              <a:ext uri="{FF2B5EF4-FFF2-40B4-BE49-F238E27FC236}">
                <a16:creationId xmlns:a16="http://schemas.microsoft.com/office/drawing/2014/main" id="{84C7AA80-A734-F77C-762A-1264A8F6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10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4">
            <a:extLst>
              <a:ext uri="{FF2B5EF4-FFF2-40B4-BE49-F238E27FC236}">
                <a16:creationId xmlns:a16="http://schemas.microsoft.com/office/drawing/2014/main" id="{D6FE8AC4-FBB2-7B4B-AE08-3760F2DC885D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2434977-B8FC-3C81-9C90-17275A1170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F867B96C-0ACA-E041-6A67-47BD83D8C500}"/>
              </a:ext>
            </a:extLst>
          </p:cNvPr>
          <p:cNvSpPr/>
          <p:nvPr/>
        </p:nvSpPr>
        <p:spPr>
          <a:xfrm>
            <a:off x="7639103" y="762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C69FB2B6-47F5-BAA5-DC9B-26714D9A12C5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C729982E-CE57-317B-FB68-34F9ACADDCF7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17E52703-6C44-9695-48CA-4A3CAF24DF40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7B5D4C98-24A2-336D-9072-A0CB8E9AD16D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235838-5580-BA37-9B9C-151BE307A6ED}"/>
              </a:ext>
            </a:extLst>
          </p:cNvPr>
          <p:cNvSpPr/>
          <p:nvPr/>
        </p:nvSpPr>
        <p:spPr>
          <a:xfrm>
            <a:off x="374669" y="1016420"/>
            <a:ext cx="9895727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{{</a:t>
            </a:r>
            <a:r>
              <a:rPr lang="en-US" altLang="zh-CN" b="1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sub_title_en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}}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0F7812-435E-7C84-7467-BCB8DE641BDA}"/>
              </a:ext>
            </a:extLst>
          </p:cNvPr>
          <p:cNvSpPr/>
          <p:nvPr/>
        </p:nvSpPr>
        <p:spPr>
          <a:xfrm>
            <a:off x="374668" y="1470294"/>
            <a:ext cx="11680697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{{</a:t>
            </a: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something_en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}}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3B72F90-38FC-8E4D-F15E-F4CB6821639D}"/>
              </a:ext>
            </a:extLst>
          </p:cNvPr>
          <p:cNvSpPr/>
          <p:nvPr/>
        </p:nvSpPr>
        <p:spPr>
          <a:xfrm>
            <a:off x="2817125" y="3934835"/>
            <a:ext cx="6557749" cy="26954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{{</a:t>
            </a:r>
            <a:r>
              <a:rPr lang="en-US" altLang="zh-CN" dirty="0" err="1">
                <a:solidFill>
                  <a:schemeClr val="tx1"/>
                </a:solidFill>
              </a:rPr>
              <a:t>IMG_padding</a:t>
            </a:r>
            <a:r>
              <a:rPr lang="en-US" altLang="zh-CN" dirty="0">
                <a:solidFill>
                  <a:schemeClr val="tx1"/>
                </a:solidFill>
              </a:rPr>
              <a:t>}}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84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6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194A96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48100" y="1047774"/>
            <a:ext cx="4495800" cy="948654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63FB0C-A8B6-1C3E-D131-63B9D542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11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3A24D29-1D3B-44A8-A668-3BDDDE9CB1B9}"/>
              </a:ext>
            </a:extLst>
          </p:cNvPr>
          <p:cNvSpPr txBox="1"/>
          <p:nvPr/>
        </p:nvSpPr>
        <p:spPr>
          <a:xfrm>
            <a:off x="5575664" y="3502819"/>
            <a:ext cx="1040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Part.4</a:t>
            </a:r>
          </a:p>
        </p:txBody>
      </p:sp>
    </p:spTree>
    <p:extLst>
      <p:ext uri="{BB962C8B-B14F-4D97-AF65-F5344CB8AC3E}">
        <p14:creationId xmlns:p14="http://schemas.microsoft.com/office/powerpoint/2010/main" val="3611017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17021-9ED6-B6F7-2AAE-FA495B083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灯片编号占位符 56">
            <a:extLst>
              <a:ext uri="{FF2B5EF4-FFF2-40B4-BE49-F238E27FC236}">
                <a16:creationId xmlns:a16="http://schemas.microsoft.com/office/drawing/2014/main" id="{D596DE77-1B0D-ECFD-5D66-46551E9FA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12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4">
            <a:extLst>
              <a:ext uri="{FF2B5EF4-FFF2-40B4-BE49-F238E27FC236}">
                <a16:creationId xmlns:a16="http://schemas.microsoft.com/office/drawing/2014/main" id="{A6A8A69A-CF6B-C924-666B-FE90A73B7E17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66DFC22-EDB1-2DE8-5119-51EF7EBBE7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699" y="137165"/>
            <a:ext cx="2387399" cy="500633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CB055CCD-4B42-F8C9-549F-D27E6DA74738}"/>
              </a:ext>
            </a:extLst>
          </p:cNvPr>
          <p:cNvSpPr/>
          <p:nvPr/>
        </p:nvSpPr>
        <p:spPr>
          <a:xfrm>
            <a:off x="9762189" y="762"/>
            <a:ext cx="2015064" cy="792000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7961E5C4-8019-9ECD-DA31-8F7B262645A2}"/>
              </a:ext>
            </a:extLst>
          </p:cNvPr>
          <p:cNvSpPr txBox="1"/>
          <p:nvPr/>
        </p:nvSpPr>
        <p:spPr>
          <a:xfrm>
            <a:off x="3513946" y="129830"/>
            <a:ext cx="1344000" cy="58938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基本概念与</a:t>
            </a:r>
            <a:endParaRPr lang="en-US" altLang="zh-CN" sz="1600" b="1" dirty="0">
              <a:solidFill>
                <a:srgbClr val="7F7F7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问题背景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05C6A6D7-B994-DBCA-8D2E-382B19562DE5}"/>
              </a:ext>
            </a:extLst>
          </p:cNvPr>
          <p:cNvSpPr txBox="1"/>
          <p:nvPr/>
        </p:nvSpPr>
        <p:spPr>
          <a:xfrm>
            <a:off x="5658640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方法设计</a:t>
            </a: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BF08DFA1-91AE-C3B8-D638-B6B91B95BCC3}"/>
              </a:ext>
            </a:extLst>
          </p:cNvPr>
          <p:cNvSpPr txBox="1"/>
          <p:nvPr/>
        </p:nvSpPr>
        <p:spPr>
          <a:xfrm>
            <a:off x="7940376" y="22773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7F7F7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836E016C-F69F-10B2-1CAB-CF7CD8E38C5C}"/>
              </a:ext>
            </a:extLst>
          </p:cNvPr>
          <p:cNvSpPr txBox="1"/>
          <p:nvPr/>
        </p:nvSpPr>
        <p:spPr>
          <a:xfrm>
            <a:off x="10065998" y="224420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总结思考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5CB01D-CA58-B835-5EE4-F3E212C1CB01}"/>
              </a:ext>
            </a:extLst>
          </p:cNvPr>
          <p:cNvSpPr/>
          <p:nvPr/>
        </p:nvSpPr>
        <p:spPr>
          <a:xfrm>
            <a:off x="374669" y="1016420"/>
            <a:ext cx="9895727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{{</a:t>
            </a:r>
            <a:r>
              <a:rPr lang="en-US" altLang="zh-CN" b="1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sub_title_en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}}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F83DBD-C448-239A-6E0D-66039AB11EB6}"/>
              </a:ext>
            </a:extLst>
          </p:cNvPr>
          <p:cNvSpPr/>
          <p:nvPr/>
        </p:nvSpPr>
        <p:spPr>
          <a:xfrm>
            <a:off x="374668" y="1470294"/>
            <a:ext cx="11680697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{{</a:t>
            </a: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something_en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}}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50688CC-7F0F-F681-1933-00F52A35BE47}"/>
              </a:ext>
            </a:extLst>
          </p:cNvPr>
          <p:cNvSpPr/>
          <p:nvPr/>
        </p:nvSpPr>
        <p:spPr>
          <a:xfrm>
            <a:off x="2817125" y="3934835"/>
            <a:ext cx="6557749" cy="26954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{{</a:t>
            </a:r>
            <a:r>
              <a:rPr lang="en-US" altLang="zh-CN" dirty="0" err="1">
                <a:solidFill>
                  <a:schemeClr val="tx1"/>
                </a:solidFill>
              </a:rPr>
              <a:t>IMG_padding</a:t>
            </a:r>
            <a:r>
              <a:rPr lang="en-US" altLang="zh-CN" dirty="0">
                <a:solidFill>
                  <a:schemeClr val="tx1"/>
                </a:solidFill>
              </a:rPr>
              <a:t>}}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18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H_Other_8"/>
          <p:cNvPicPr/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5400000" flipH="1">
            <a:off x="6024000" y="-3032194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MH_Other_8"/>
          <p:cNvPicPr/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16200000" flipH="1" flipV="1">
            <a:off x="6024001" y="-127232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2204967"/>
            <a:ext cx="12192000" cy="2861362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0" y="3142947"/>
            <a:ext cx="1219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请各位老师和同学批评指正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82973" y="652725"/>
            <a:ext cx="4226054" cy="886197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FD59879-B845-2653-16F4-F3D25130F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8537B7A-7510-410A-AA53-45D600DA0276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13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83B97EE8-72D3-4C35-9652-F0C21451EEDE}"/>
              </a:ext>
            </a:extLst>
          </p:cNvPr>
          <p:cNvSpPr txBox="1"/>
          <p:nvPr/>
        </p:nvSpPr>
        <p:spPr>
          <a:xfrm>
            <a:off x="3489371" y="5704474"/>
            <a:ext cx="1979981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报告人</a:t>
            </a:r>
            <a:r>
              <a:rPr lang="zh-CN" altLang="en-US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：程逸飞</a:t>
            </a:r>
            <a:endParaRPr lang="en-US" altLang="zh-CN" sz="1800" dirty="0">
              <a:solidFill>
                <a:srgbClr val="194A96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6E336237-E52D-4985-90E1-4FC81B11C49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923401" y="565962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194A96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7C5E1B8A-736D-4436-8990-7179A0BB6742}"/>
              </a:ext>
            </a:extLst>
          </p:cNvPr>
          <p:cNvSpPr txBox="1"/>
          <p:nvPr/>
        </p:nvSpPr>
        <p:spPr>
          <a:xfrm>
            <a:off x="7288948" y="5662221"/>
            <a:ext cx="2311803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指导老师</a:t>
            </a:r>
            <a:r>
              <a:rPr lang="zh-CN" altLang="en-US" sz="2000" dirty="0">
                <a:solidFill>
                  <a:srgbClr val="194A9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：朱宇佳 </a:t>
            </a:r>
          </a:p>
        </p:txBody>
      </p:sp>
      <p:sp>
        <p:nvSpPr>
          <p:cNvPr id="25" name="Freeform 8">
            <a:extLst>
              <a:ext uri="{FF2B5EF4-FFF2-40B4-BE49-F238E27FC236}">
                <a16:creationId xmlns:a16="http://schemas.microsoft.com/office/drawing/2014/main" id="{A5FAB18F-A6FE-4273-88F4-890DB4AFF09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722649" y="5638313"/>
            <a:ext cx="464288" cy="466246"/>
          </a:xfrm>
          <a:custGeom>
            <a:avLst/>
            <a:gdLst>
              <a:gd name="T0" fmla="*/ 422 w 422"/>
              <a:gd name="T1" fmla="*/ 211 h 422"/>
              <a:gd name="T2" fmla="*/ 0 w 422"/>
              <a:gd name="T3" fmla="*/ 211 h 422"/>
              <a:gd name="T4" fmla="*/ 340 w 422"/>
              <a:gd name="T5" fmla="*/ 117 h 422"/>
              <a:gd name="T6" fmla="*/ 345 w 422"/>
              <a:gd name="T7" fmla="*/ 123 h 422"/>
              <a:gd name="T8" fmla="*/ 344 w 422"/>
              <a:gd name="T9" fmla="*/ 226 h 422"/>
              <a:gd name="T10" fmla="*/ 340 w 422"/>
              <a:gd name="T11" fmla="*/ 227 h 422"/>
              <a:gd name="T12" fmla="*/ 217 w 422"/>
              <a:gd name="T13" fmla="*/ 226 h 422"/>
              <a:gd name="T14" fmla="*/ 215 w 422"/>
              <a:gd name="T15" fmla="*/ 222 h 422"/>
              <a:gd name="T16" fmla="*/ 286 w 422"/>
              <a:gd name="T17" fmla="*/ 164 h 422"/>
              <a:gd name="T18" fmla="*/ 215 w 422"/>
              <a:gd name="T19" fmla="*/ 171 h 422"/>
              <a:gd name="T20" fmla="*/ 217 w 422"/>
              <a:gd name="T21" fmla="*/ 119 h 422"/>
              <a:gd name="T22" fmla="*/ 220 w 422"/>
              <a:gd name="T23" fmla="*/ 117 h 422"/>
              <a:gd name="T24" fmla="*/ 220 w 422"/>
              <a:gd name="T25" fmla="*/ 96 h 422"/>
              <a:gd name="T26" fmla="*/ 202 w 422"/>
              <a:gd name="T27" fmla="*/ 104 h 422"/>
              <a:gd name="T28" fmla="*/ 194 w 422"/>
              <a:gd name="T29" fmla="*/ 174 h 422"/>
              <a:gd name="T30" fmla="*/ 186 w 422"/>
              <a:gd name="T31" fmla="*/ 166 h 422"/>
              <a:gd name="T32" fmla="*/ 137 w 422"/>
              <a:gd name="T33" fmla="*/ 151 h 422"/>
              <a:gd name="T34" fmla="*/ 54 w 422"/>
              <a:gd name="T35" fmla="*/ 173 h 422"/>
              <a:gd name="T36" fmla="*/ 77 w 422"/>
              <a:gd name="T37" fmla="*/ 243 h 422"/>
              <a:gd name="T38" fmla="*/ 81 w 422"/>
              <a:gd name="T39" fmla="*/ 192 h 422"/>
              <a:gd name="T40" fmla="*/ 81 w 422"/>
              <a:gd name="T41" fmla="*/ 256 h 422"/>
              <a:gd name="T42" fmla="*/ 106 w 422"/>
              <a:gd name="T43" fmla="*/ 350 h 422"/>
              <a:gd name="T44" fmla="*/ 112 w 422"/>
              <a:gd name="T45" fmla="*/ 272 h 422"/>
              <a:gd name="T46" fmla="*/ 137 w 422"/>
              <a:gd name="T47" fmla="*/ 350 h 422"/>
              <a:gd name="T48" fmla="*/ 137 w 422"/>
              <a:gd name="T49" fmla="*/ 256 h 422"/>
              <a:gd name="T50" fmla="*/ 137 w 422"/>
              <a:gd name="T51" fmla="*/ 192 h 422"/>
              <a:gd name="T52" fmla="*/ 162 w 422"/>
              <a:gd name="T53" fmla="*/ 192 h 422"/>
              <a:gd name="T54" fmla="*/ 186 w 422"/>
              <a:gd name="T55" fmla="*/ 185 h 422"/>
              <a:gd name="T56" fmla="*/ 194 w 422"/>
              <a:gd name="T57" fmla="*/ 222 h 422"/>
              <a:gd name="T58" fmla="*/ 202 w 422"/>
              <a:gd name="T59" fmla="*/ 240 h 422"/>
              <a:gd name="T60" fmla="*/ 220 w 422"/>
              <a:gd name="T61" fmla="*/ 248 h 422"/>
              <a:gd name="T62" fmla="*/ 359 w 422"/>
              <a:gd name="T63" fmla="*/ 240 h 422"/>
              <a:gd name="T64" fmla="*/ 366 w 422"/>
              <a:gd name="T65" fmla="*/ 222 h 422"/>
              <a:gd name="T66" fmla="*/ 359 w 422"/>
              <a:gd name="T67" fmla="*/ 104 h 422"/>
              <a:gd name="T68" fmla="*/ 220 w 422"/>
              <a:gd name="T69" fmla="*/ 96 h 422"/>
              <a:gd name="T70" fmla="*/ 344 w 422"/>
              <a:gd name="T71" fmla="*/ 277 h 422"/>
              <a:gd name="T72" fmla="*/ 346 w 422"/>
              <a:gd name="T73" fmla="*/ 351 h 422"/>
              <a:gd name="T74" fmla="*/ 298 w 422"/>
              <a:gd name="T75" fmla="*/ 277 h 422"/>
              <a:gd name="T76" fmla="*/ 250 w 422"/>
              <a:gd name="T77" fmla="*/ 351 h 422"/>
              <a:gd name="T78" fmla="*/ 244 w 422"/>
              <a:gd name="T79" fmla="*/ 277 h 422"/>
              <a:gd name="T80" fmla="*/ 221 w 422"/>
              <a:gd name="T81" fmla="*/ 254 h 422"/>
              <a:gd name="T82" fmla="*/ 109 w 422"/>
              <a:gd name="T83" fmla="*/ 75 h 422"/>
              <a:gd name="T84" fmla="*/ 109 w 422"/>
              <a:gd name="T85" fmla="*/ 146 h 422"/>
              <a:gd name="T86" fmla="*/ 109 w 422"/>
              <a:gd name="T87" fmla="*/ 75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22" h="422">
                <a:moveTo>
                  <a:pt x="211" y="0"/>
                </a:moveTo>
                <a:cubicBezTo>
                  <a:pt x="327" y="0"/>
                  <a:pt x="422" y="94"/>
                  <a:pt x="422" y="211"/>
                </a:cubicBezTo>
                <a:cubicBezTo>
                  <a:pt x="422" y="327"/>
                  <a:pt x="327" y="422"/>
                  <a:pt x="211" y="422"/>
                </a:cubicBezTo>
                <a:cubicBezTo>
                  <a:pt x="94" y="422"/>
                  <a:pt x="0" y="327"/>
                  <a:pt x="0" y="211"/>
                </a:cubicBezTo>
                <a:cubicBezTo>
                  <a:pt x="0" y="94"/>
                  <a:pt x="94" y="0"/>
                  <a:pt x="211" y="0"/>
                </a:cubicBezTo>
                <a:close/>
                <a:moveTo>
                  <a:pt x="340" y="117"/>
                </a:moveTo>
                <a:cubicBezTo>
                  <a:pt x="341" y="117"/>
                  <a:pt x="343" y="118"/>
                  <a:pt x="344" y="119"/>
                </a:cubicBezTo>
                <a:cubicBezTo>
                  <a:pt x="345" y="120"/>
                  <a:pt x="345" y="121"/>
                  <a:pt x="345" y="123"/>
                </a:cubicBezTo>
                <a:lnTo>
                  <a:pt x="345" y="222"/>
                </a:lnTo>
                <a:cubicBezTo>
                  <a:pt x="345" y="223"/>
                  <a:pt x="345" y="225"/>
                  <a:pt x="344" y="226"/>
                </a:cubicBezTo>
                <a:lnTo>
                  <a:pt x="344" y="226"/>
                </a:lnTo>
                <a:cubicBezTo>
                  <a:pt x="343" y="227"/>
                  <a:pt x="341" y="227"/>
                  <a:pt x="340" y="227"/>
                </a:cubicBezTo>
                <a:lnTo>
                  <a:pt x="220" y="227"/>
                </a:lnTo>
                <a:cubicBezTo>
                  <a:pt x="219" y="227"/>
                  <a:pt x="218" y="227"/>
                  <a:pt x="217" y="226"/>
                </a:cubicBezTo>
                <a:lnTo>
                  <a:pt x="217" y="226"/>
                </a:lnTo>
                <a:cubicBezTo>
                  <a:pt x="216" y="225"/>
                  <a:pt x="215" y="223"/>
                  <a:pt x="215" y="222"/>
                </a:cubicBezTo>
                <a:lnTo>
                  <a:pt x="215" y="179"/>
                </a:lnTo>
                <a:lnTo>
                  <a:pt x="286" y="164"/>
                </a:lnTo>
                <a:lnTo>
                  <a:pt x="286" y="162"/>
                </a:lnTo>
                <a:lnTo>
                  <a:pt x="215" y="171"/>
                </a:lnTo>
                <a:lnTo>
                  <a:pt x="215" y="123"/>
                </a:lnTo>
                <a:cubicBezTo>
                  <a:pt x="215" y="121"/>
                  <a:pt x="216" y="120"/>
                  <a:pt x="217" y="119"/>
                </a:cubicBezTo>
                <a:lnTo>
                  <a:pt x="217" y="119"/>
                </a:lnTo>
                <a:cubicBezTo>
                  <a:pt x="218" y="118"/>
                  <a:pt x="219" y="117"/>
                  <a:pt x="220" y="117"/>
                </a:cubicBezTo>
                <a:lnTo>
                  <a:pt x="340" y="117"/>
                </a:lnTo>
                <a:close/>
                <a:moveTo>
                  <a:pt x="220" y="96"/>
                </a:moveTo>
                <a:cubicBezTo>
                  <a:pt x="213" y="96"/>
                  <a:pt x="206" y="99"/>
                  <a:pt x="202" y="104"/>
                </a:cubicBezTo>
                <a:lnTo>
                  <a:pt x="202" y="104"/>
                </a:lnTo>
                <a:cubicBezTo>
                  <a:pt x="197" y="109"/>
                  <a:pt x="194" y="115"/>
                  <a:pt x="194" y="123"/>
                </a:cubicBezTo>
                <a:lnTo>
                  <a:pt x="194" y="174"/>
                </a:lnTo>
                <a:lnTo>
                  <a:pt x="186" y="175"/>
                </a:lnTo>
                <a:lnTo>
                  <a:pt x="186" y="166"/>
                </a:lnTo>
                <a:lnTo>
                  <a:pt x="162" y="166"/>
                </a:lnTo>
                <a:lnTo>
                  <a:pt x="137" y="151"/>
                </a:lnTo>
                <a:lnTo>
                  <a:pt x="77" y="151"/>
                </a:lnTo>
                <a:cubicBezTo>
                  <a:pt x="64" y="151"/>
                  <a:pt x="54" y="161"/>
                  <a:pt x="54" y="173"/>
                </a:cubicBezTo>
                <a:lnTo>
                  <a:pt x="54" y="243"/>
                </a:lnTo>
                <a:lnTo>
                  <a:pt x="77" y="243"/>
                </a:lnTo>
                <a:lnTo>
                  <a:pt x="77" y="192"/>
                </a:lnTo>
                <a:lnTo>
                  <a:pt x="81" y="192"/>
                </a:lnTo>
                <a:lnTo>
                  <a:pt x="81" y="243"/>
                </a:lnTo>
                <a:lnTo>
                  <a:pt x="81" y="256"/>
                </a:lnTo>
                <a:lnTo>
                  <a:pt x="81" y="350"/>
                </a:lnTo>
                <a:lnTo>
                  <a:pt x="106" y="350"/>
                </a:lnTo>
                <a:lnTo>
                  <a:pt x="106" y="272"/>
                </a:lnTo>
                <a:lnTo>
                  <a:pt x="112" y="272"/>
                </a:lnTo>
                <a:lnTo>
                  <a:pt x="112" y="350"/>
                </a:lnTo>
                <a:lnTo>
                  <a:pt x="137" y="350"/>
                </a:lnTo>
                <a:lnTo>
                  <a:pt x="137" y="336"/>
                </a:lnTo>
                <a:lnTo>
                  <a:pt x="137" y="256"/>
                </a:lnTo>
                <a:lnTo>
                  <a:pt x="137" y="243"/>
                </a:lnTo>
                <a:lnTo>
                  <a:pt x="137" y="192"/>
                </a:lnTo>
                <a:lnTo>
                  <a:pt x="137" y="177"/>
                </a:lnTo>
                <a:lnTo>
                  <a:pt x="162" y="192"/>
                </a:lnTo>
                <a:lnTo>
                  <a:pt x="186" y="192"/>
                </a:lnTo>
                <a:lnTo>
                  <a:pt x="186" y="185"/>
                </a:lnTo>
                <a:lnTo>
                  <a:pt x="194" y="184"/>
                </a:lnTo>
                <a:lnTo>
                  <a:pt x="194" y="222"/>
                </a:lnTo>
                <a:cubicBezTo>
                  <a:pt x="194" y="229"/>
                  <a:pt x="197" y="236"/>
                  <a:pt x="202" y="240"/>
                </a:cubicBezTo>
                <a:lnTo>
                  <a:pt x="202" y="240"/>
                </a:lnTo>
                <a:lnTo>
                  <a:pt x="202" y="241"/>
                </a:lnTo>
                <a:cubicBezTo>
                  <a:pt x="207" y="245"/>
                  <a:pt x="213" y="248"/>
                  <a:pt x="220" y="248"/>
                </a:cubicBezTo>
                <a:lnTo>
                  <a:pt x="340" y="248"/>
                </a:lnTo>
                <a:cubicBezTo>
                  <a:pt x="347" y="248"/>
                  <a:pt x="354" y="245"/>
                  <a:pt x="359" y="240"/>
                </a:cubicBezTo>
                <a:lnTo>
                  <a:pt x="359" y="241"/>
                </a:lnTo>
                <a:cubicBezTo>
                  <a:pt x="363" y="236"/>
                  <a:pt x="366" y="229"/>
                  <a:pt x="366" y="222"/>
                </a:cubicBezTo>
                <a:lnTo>
                  <a:pt x="366" y="123"/>
                </a:lnTo>
                <a:cubicBezTo>
                  <a:pt x="366" y="115"/>
                  <a:pt x="363" y="109"/>
                  <a:pt x="359" y="104"/>
                </a:cubicBezTo>
                <a:cubicBezTo>
                  <a:pt x="354" y="99"/>
                  <a:pt x="347" y="96"/>
                  <a:pt x="340" y="96"/>
                </a:cubicBezTo>
                <a:lnTo>
                  <a:pt x="220" y="96"/>
                </a:lnTo>
                <a:close/>
                <a:moveTo>
                  <a:pt x="344" y="254"/>
                </a:moveTo>
                <a:lnTo>
                  <a:pt x="344" y="277"/>
                </a:lnTo>
                <a:lnTo>
                  <a:pt x="325" y="277"/>
                </a:lnTo>
                <a:lnTo>
                  <a:pt x="346" y="351"/>
                </a:lnTo>
                <a:lnTo>
                  <a:pt x="319" y="351"/>
                </a:lnTo>
                <a:lnTo>
                  <a:pt x="298" y="277"/>
                </a:lnTo>
                <a:lnTo>
                  <a:pt x="271" y="277"/>
                </a:lnTo>
                <a:lnTo>
                  <a:pt x="250" y="351"/>
                </a:lnTo>
                <a:lnTo>
                  <a:pt x="223" y="351"/>
                </a:lnTo>
                <a:lnTo>
                  <a:pt x="244" y="277"/>
                </a:lnTo>
                <a:lnTo>
                  <a:pt x="221" y="277"/>
                </a:lnTo>
                <a:lnTo>
                  <a:pt x="221" y="254"/>
                </a:lnTo>
                <a:lnTo>
                  <a:pt x="344" y="254"/>
                </a:lnTo>
                <a:close/>
                <a:moveTo>
                  <a:pt x="109" y="75"/>
                </a:moveTo>
                <a:cubicBezTo>
                  <a:pt x="129" y="75"/>
                  <a:pt x="145" y="91"/>
                  <a:pt x="145" y="111"/>
                </a:cubicBezTo>
                <a:cubicBezTo>
                  <a:pt x="145" y="130"/>
                  <a:pt x="129" y="146"/>
                  <a:pt x="109" y="146"/>
                </a:cubicBezTo>
                <a:cubicBezTo>
                  <a:pt x="90" y="146"/>
                  <a:pt x="74" y="130"/>
                  <a:pt x="74" y="111"/>
                </a:cubicBezTo>
                <a:cubicBezTo>
                  <a:pt x="74" y="91"/>
                  <a:pt x="90" y="75"/>
                  <a:pt x="109" y="75"/>
                </a:cubicBezTo>
                <a:close/>
              </a:path>
            </a:pathLst>
          </a:custGeom>
          <a:solidFill>
            <a:srgbClr val="194A96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 sz="280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Other"/>
  <p:tag name="MH_ORDER" val="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Other"/>
  <p:tag name="MH_ORDER" val="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Other"/>
  <p:tag name="MH_ORDER" val="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Other"/>
  <p:tag name="MH_ORDER" val="8"/>
</p:tagLst>
</file>

<file path=ppt/theme/theme1.xml><?xml version="1.0" encoding="utf-8"?>
<a:theme xmlns:a="http://schemas.openxmlformats.org/drawingml/2006/main" name="Office 主题​​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15057</TotalTime>
  <Words>384</Words>
  <Application>Microsoft Office PowerPoint</Application>
  <PresentationFormat>宽屏</PresentationFormat>
  <Paragraphs>93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答辩-19</dc:title>
  <dc:creator>LP</dc:creator>
  <cp:lastModifiedBy>逸飞 程</cp:lastModifiedBy>
  <cp:revision>894</cp:revision>
  <dcterms:created xsi:type="dcterms:W3CDTF">2016-11-24T09:20:00Z</dcterms:created>
  <dcterms:modified xsi:type="dcterms:W3CDTF">2026-07-21T13:12:05Z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2052-10.1.0.6490</vt:lpwstr>
  </property>
</Properties>
</file>